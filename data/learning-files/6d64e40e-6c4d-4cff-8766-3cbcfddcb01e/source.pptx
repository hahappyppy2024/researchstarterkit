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9615C9-4F5E-4A0C-6D7A-AD3019A07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FC1910-7DAD-E086-443D-377ED64C6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CE26E9-9276-92BC-FD78-D402A3A91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6D05BB-1C2C-25A9-4383-CD95C60F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F85B58-3F47-7E96-6423-B48EA05E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77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8C885-FCCF-7866-1785-B39B58A0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8B9FFD-EA18-A1FB-4F08-90BF753DE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1276DE-6613-ED81-0E9A-7A500C74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19F34F-54C1-79A2-732C-12AAEC842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6F057B-210B-1078-2BE6-933C16FE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24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A1CE3E-0DE4-B1C5-F15E-BAFCCF889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73C5C7-BB1C-2E27-920F-3B57A0084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5FDFD-D53E-A86E-E786-9C77702C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20206A-E9AE-AEF0-0DEB-9767B72E8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2ECE46-0318-B7CF-7032-F97D9CD5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45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3050A-D9B9-52FA-CDBA-FBB4421E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48755-FCA0-4D0E-83E2-AEFDB87B5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E03AD4-A4D0-E34D-89D2-B1D42B9DD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B0BA11-554F-6464-63D8-AC8BF5A20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E30159-7545-83F4-9F5B-4EF54DE8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EFCCBC-9B67-F315-B69E-EF036FF1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743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B9DE9-D60F-33BF-2861-4062EBD92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6AB5B4-F9B2-8C27-5392-B255E85FE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AA1C9B-6FA1-6970-59B0-584FC3A3E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9E1410-42DF-FD4E-1FBA-F9D452748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9A2017-4975-F94D-682A-1014D692E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067B2E1-538F-FB27-AD29-FD1D0F427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B6DB32C-9994-B100-4472-0CDDAA19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527E19-57CB-C442-747B-C02AACC2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60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5DF6A-283F-0C2E-9CC8-CBA026EB1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242845-8D15-74D0-F424-C15DB875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B69215-2AF1-475B-4228-9776937DE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A33FEC-7A3B-9265-D23E-FEAAB75B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228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D04C2A-67CF-0719-1578-33A58AFA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FA21A7-5CE9-22D5-4AF7-2DC6BD95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56A58D-E076-87B3-690D-35974229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81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4DCCE-C722-49CD-4947-63C508A0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05E99D-76D8-AC63-D649-1136077B2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40CF33-9E9C-266B-09DC-889F55558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40300-AFF9-E84A-AEBF-1446DC4F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E8F8D5-883B-CA00-DF57-38F034FC1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722F1A-BB05-E1E7-687E-2C5F2DAE9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126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22E271-65E5-3144-0A67-50A512F8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CB9CEF-7475-7E32-D59A-AEC6828C7DA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0D2FEF-96D3-8319-0ED8-EA7122571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48352B-1DE0-32AF-A9D6-9228D44A3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68F160-31FA-C05D-D412-28D7495A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8F124A-F660-FB4F-61BB-FC8D9EA4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96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2AE978-4FC4-DF9E-7710-BA81430DD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20516D-838F-7AE2-1CF9-A6E84449E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3836B4-0136-15F4-0681-14A4510A0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52AF9-02A2-C2B7-1242-AE16BD72A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01D83F-8323-CBC7-D608-788582FF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260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AE0085-B318-7E14-95B3-A2BB9B6238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1930D9-5C9D-8102-AC14-42492AF3C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0A4133-AE3C-AA7E-0DF7-8B2A57C4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771EB8-47A2-C5B0-9054-F9D41A42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5C7E67-A172-866E-D5C7-477E8BCD3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09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E959DA-058E-6E1E-D724-712A01B16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0F7B9B-3E23-34A7-D056-C351F1847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11E0F9-EAA5-7D60-3781-BA7260B48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ABC75-EE01-4322-A213-106C786BFB76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E808F7-6A48-DBB0-4590-C11DD134E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5442B1-B9EB-0AFB-5B0C-DE3418ECC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E8207-C51D-4C0E-BF1C-5822A16913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99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B7383AC-2428-2E27-AB81-CFC5DAFD7496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ACB758-C5A7-7470-AA8D-4EAE102E3BCA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目标检测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373816B-56A6-7F5C-E29B-45F335B3CDFA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Object Detection</a:t>
            </a:r>
            <a:endParaRPr lang="zh-CN" altLang="en-US" sz="1600">
              <a:solidFill>
                <a:srgbClr val="798C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C0BD2C-5CA6-D456-921D-769F05980B5C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框回归、分类、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NMS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、评价指标</a:t>
            </a:r>
          </a:p>
          <a:p>
            <a:endParaRPr lang="zh-CN" altLang="en-US" sz="2300">
              <a:solidFill>
                <a:srgbClr val="33483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学习目标：用自己的话解释概念，并能回答本模块的问题。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84AD07-AC47-EF80-5786-06CF289D00FD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20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D4F519-82E7-72DC-DF37-EE6973AD284E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989D1A-9763-21BB-8876-1BF19A355E63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F18F3A-F72B-4D63-58DB-22E952D5DB0A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先尝试口述，再补充答案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32BCB2-ECD3-9B29-795E-DA0B8DA40B53}"/>
              </a:ext>
            </a:extLst>
          </p:cNvPr>
          <p:cNvSpPr txBox="1"/>
          <p:nvPr/>
        </p:nvSpPr>
        <p:spPr>
          <a:xfrm>
            <a:off x="736600" y="2349500"/>
            <a:ext cx="10541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IoU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分别衡量什么？
一阶段与两阶段检测有什么区别？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3C7DEB-FD58-EB0F-919E-1022A2C7BBCC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562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796B54D-99E6-CDA8-705C-2C42C904B5B1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5999C6-3921-A1F2-7FDA-83B7E52A03C7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我的理解与练习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15AFEC-2E42-AC80-BD9A-B37F62F17A6F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待填写 </a:t>
            </a:r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复习笔记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2C5BB6-11DB-3E13-3325-439B85343DE0}"/>
              </a:ext>
            </a:extLst>
          </p:cNvPr>
          <p:cNvSpPr txBox="1"/>
          <p:nvPr/>
        </p:nvSpPr>
        <p:spPr>
          <a:xfrm>
            <a:off x="736600" y="2349500"/>
            <a:ext cx="10541000" cy="18620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核心概念：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工作流程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示意图：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一个具体例子：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适用条件与局限：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下一次要复习的问题：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6116F7-2DFE-D44D-02DD-AE9C4243B0F5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8813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自定义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Cheng</dc:creator>
  <cp:lastModifiedBy>Cheng Cheng</cp:lastModifiedBy>
  <cp:revision>1</cp:revision>
  <dcterms:created xsi:type="dcterms:W3CDTF">2026-10-20T10:46:58Z</dcterms:created>
  <dcterms:modified xsi:type="dcterms:W3CDTF">2026-10-20T10:46:58Z</dcterms:modified>
</cp:coreProperties>
</file>
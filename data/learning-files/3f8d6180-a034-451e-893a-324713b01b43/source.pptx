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D1319A-EDAA-475B-7EB8-E85C287C4C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3A1CEFA-A032-EB25-5FF0-A3AFCBF916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C5A4D6-FCC6-EFAA-D386-20AA12F9B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FD93-8D55-4B81-824E-CD4131C6E24F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8E20B0-407D-A09C-E28E-4E99AD71D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5732C3-CE24-BBDE-42FD-DF1E2A1BD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C0D7F-9321-405A-97E4-7519DE54FA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9177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F2BD59-7614-B498-2538-8D61C2A5F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0BD4A7-D9EF-D6EA-5378-29F57D24B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20A492-5A6E-F3FE-60EB-95C4B1B75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FD93-8D55-4B81-824E-CD4131C6E24F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744321-DD2E-4045-0E7F-1F1B981F5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52D8F4-F5DB-1FA4-0828-99E8673B3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C0D7F-9321-405A-97E4-7519DE54FA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3741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806396-3ED0-C05A-5C99-D683E909E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167B7A-A0DE-CC8C-7868-537DD6CEE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C29740-CF8C-7C89-8FAE-F3FF977C5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FD93-8D55-4B81-824E-CD4131C6E24F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D0F303-328D-82C1-6B70-0E1103B58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B429D8-C97B-13FE-CFCA-EEF8E5613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C0D7F-9321-405A-97E4-7519DE54FA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8874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EE5AD8-1C1A-F9EF-1862-7D04FEF7F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543202-0971-0C73-183C-8CAD348977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32B9703-3D4D-28D5-0ECC-3579D9D62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34BE844-222E-C9D6-B931-C39510175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FD93-8D55-4B81-824E-CD4131C6E24F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ED1B1D-4208-6E73-E753-3AA9A31AC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819D736-11C5-E14B-2AA4-072BA3440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C0D7F-9321-405A-97E4-7519DE54FA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573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8733BD-A079-B542-3E08-E944AB9F5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67FC3F-6CE7-54EB-56F0-169E0CD42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5947EA-4721-DAAC-54CD-6374979C6F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21BEA8-C3CC-AC55-049C-FB7E9EDA08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6E0D5C6-F0ED-A95A-03CE-CEDFA0639C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45E9A80-403A-6BBF-4623-34C98A839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FD93-8D55-4B81-824E-CD4131C6E24F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BC23DF6-55F9-C7D8-A510-782257700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FEF7C70-7F05-5D99-4502-96136BEDE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C0D7F-9321-405A-97E4-7519DE54FA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9148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CE5D61-8254-0E87-24C0-AC32ABAB6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D7BB59F-8E7C-850D-0875-B4DD421EA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FD93-8D55-4B81-824E-CD4131C6E24F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CC0319C-1A70-574D-BD8F-2D9080407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8397B75-5619-E9EC-F138-7702BD914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C0D7F-9321-405A-97E4-7519DE54FA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721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61D5514-8133-E697-0098-6DC8C3A24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FD93-8D55-4B81-824E-CD4131C6E24F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430FBBD-F471-5F0D-7616-A7484D571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F9EE68-1BBB-FE64-4D6A-95EA97694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C0D7F-9321-405A-97E4-7519DE54FA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7313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ECDDB6-3041-5416-C270-D04B71366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56000B-D403-B6E1-9298-E1CAA151A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CCFDDCF-E04F-A13B-58A4-0EF3085DD3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3B6C920-98A6-6E20-AB61-2D4ED440D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FD93-8D55-4B81-824E-CD4131C6E24F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730340-308D-F581-9AA6-40A48D5D6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CC4A90-58F1-B037-DECD-F0D83F2A7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C0D7F-9321-405A-97E4-7519DE54FA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6858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023021-0897-799A-6388-009EBDE6A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B24A03B-99CA-C725-B778-492BB98DF9E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DEF87C-2595-EC3A-4614-6A75C2DA29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772D36-54B6-452C-E714-0CD7685A5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FD93-8D55-4B81-824E-CD4131C6E24F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8E7C528-9960-6B9D-62FE-1EACE3F8F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3AFB044-5A2E-D9CE-4313-4DBD27F77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C0D7F-9321-405A-97E4-7519DE54FA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2307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43AF90-3B78-B2F1-BB67-E093A79AB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35FC2-6A40-C0F3-E9C0-C1EA7F221F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52D44F-6F9E-1806-9AAD-B36074E0B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FD93-8D55-4B81-824E-CD4131C6E24F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FFADB8-805E-A2BC-10A7-8E095A035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FC3306-0CDE-40AB-EA80-9A63FDD53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C0D7F-9321-405A-97E4-7519DE54FA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1156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4DB659E-D66E-4D9C-C85A-C53EB2ABAD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A4B16E-FB1C-32C1-9605-A0FE21455B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0B01F4-BE41-A674-0726-6949637AA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FD93-8D55-4B81-824E-CD4131C6E24F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CEAB01-E54C-29E8-F65B-5075B839D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A90440-0180-8038-3E1E-868B0EDC1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C0D7F-9321-405A-97E4-7519DE54FA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613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EF5590D-2307-9BA7-B1F5-5839AE138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ABCADB3-9289-3882-A21A-9D9822D78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E77615-A25F-58BC-A922-9974F8ABDB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23FD93-8D55-4B81-824E-CD4131C6E24F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229632-0EDD-77CB-01B4-2562B20624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07C2A5-9B12-5EA5-0320-784657B3B3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FC0D7F-9321-405A-97E4-7519DE54FA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1797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755EF5D-8764-2D37-0BA4-AB5C41A87076}"/>
              </a:ext>
            </a:extLst>
          </p:cNvPr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2859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4072E70-432E-F526-9284-379F0E8CBE15}"/>
              </a:ext>
            </a:extLst>
          </p:cNvPr>
          <p:cNvSpPr txBox="1"/>
          <p:nvPr/>
        </p:nvSpPr>
        <p:spPr>
          <a:xfrm>
            <a:off x="698500" y="609600"/>
            <a:ext cx="10795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200">
                <a:solidFill>
                  <a:srgbClr val="2859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智能体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BB4611A-C8DC-A02F-4EB3-5FAF589AFEB8}"/>
              </a:ext>
            </a:extLst>
          </p:cNvPr>
          <p:cNvSpPr txBox="1"/>
          <p:nvPr/>
        </p:nvSpPr>
        <p:spPr>
          <a:xfrm>
            <a:off x="736600" y="1485900"/>
            <a:ext cx="10541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600">
                <a:solidFill>
                  <a:srgbClr val="798C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Agents</a:t>
            </a:r>
            <a:endParaRPr lang="zh-CN" altLang="en-US" sz="1600">
              <a:solidFill>
                <a:srgbClr val="798C6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6F880E7-2676-8319-F660-1DBE954D34F4}"/>
              </a:ext>
            </a:extLst>
          </p:cNvPr>
          <p:cNvSpPr txBox="1"/>
          <p:nvPr/>
        </p:nvSpPr>
        <p:spPr>
          <a:xfrm>
            <a:off x="736600" y="2349500"/>
            <a:ext cx="10541000" cy="115416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规划、工具调用、记忆与评估</a:t>
            </a:r>
          </a:p>
          <a:p>
            <a:endParaRPr lang="zh-CN" altLang="en-US" sz="2300">
              <a:solidFill>
                <a:srgbClr val="33483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学习目标：用自己的话解释概念，并能回答本模块的问题。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F6703AD-2E97-7410-AC6B-797FCB622666}"/>
              </a:ext>
            </a:extLst>
          </p:cNvPr>
          <p:cNvSpPr txBox="1"/>
          <p:nvPr/>
        </p:nvSpPr>
        <p:spPr>
          <a:xfrm>
            <a:off x="736600" y="6223000"/>
            <a:ext cx="10541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学习本 </a:t>
            </a:r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学习模板    </a:t>
            </a:r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/ 3</a:t>
            </a:r>
            <a:endParaRPr lang="zh-CN" altLang="en-US" sz="1100">
              <a:solidFill>
                <a:srgbClr val="82917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99100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22ED186-93DE-B8CC-529E-6F6780286054}"/>
              </a:ext>
            </a:extLst>
          </p:cNvPr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2859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B57406B-0A8C-C890-E734-DFD3B22A80B7}"/>
              </a:ext>
            </a:extLst>
          </p:cNvPr>
          <p:cNvSpPr txBox="1"/>
          <p:nvPr/>
        </p:nvSpPr>
        <p:spPr>
          <a:xfrm>
            <a:off x="698500" y="609600"/>
            <a:ext cx="10795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200">
                <a:solidFill>
                  <a:srgbClr val="2859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面试问题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048E421-B137-8B67-1A26-72D46415659F}"/>
              </a:ext>
            </a:extLst>
          </p:cNvPr>
          <p:cNvSpPr txBox="1"/>
          <p:nvPr/>
        </p:nvSpPr>
        <p:spPr>
          <a:xfrm>
            <a:off x="736600" y="1485900"/>
            <a:ext cx="10541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>
                <a:solidFill>
                  <a:srgbClr val="798C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先尝试口述，再补充答案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A5AD66-D09C-66BB-299A-09CD48BBBF98}"/>
              </a:ext>
            </a:extLst>
          </p:cNvPr>
          <p:cNvSpPr txBox="1"/>
          <p:nvPr/>
        </p:nvSpPr>
        <p:spPr>
          <a:xfrm>
            <a:off x="736600" y="2349500"/>
            <a:ext cx="10541000" cy="80021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如何评估 </a:t>
            </a:r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的任务完成能力？
工具调用失败后如何恢复？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5C15328-116D-9E11-3302-6E0B3264A21C}"/>
              </a:ext>
            </a:extLst>
          </p:cNvPr>
          <p:cNvSpPr txBox="1"/>
          <p:nvPr/>
        </p:nvSpPr>
        <p:spPr>
          <a:xfrm>
            <a:off x="736600" y="6223000"/>
            <a:ext cx="10541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学习本 </a:t>
            </a:r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学习模板    </a:t>
            </a:r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 / 3</a:t>
            </a:r>
            <a:endParaRPr lang="zh-CN" altLang="en-US" sz="1100">
              <a:solidFill>
                <a:srgbClr val="82917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24302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8B0C3F7-1085-95B1-6C82-2F2F953F0481}"/>
              </a:ext>
            </a:extLst>
          </p:cNvPr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2859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BF5FD8B-8BC8-B05E-BEB7-8B9FF221642E}"/>
              </a:ext>
            </a:extLst>
          </p:cNvPr>
          <p:cNvSpPr txBox="1"/>
          <p:nvPr/>
        </p:nvSpPr>
        <p:spPr>
          <a:xfrm>
            <a:off x="698500" y="609600"/>
            <a:ext cx="10795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200">
                <a:solidFill>
                  <a:srgbClr val="2859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我的理解与练习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B50A847-C5D5-33C8-8B71-E79B0AD14371}"/>
              </a:ext>
            </a:extLst>
          </p:cNvPr>
          <p:cNvSpPr txBox="1"/>
          <p:nvPr/>
        </p:nvSpPr>
        <p:spPr>
          <a:xfrm>
            <a:off x="736600" y="1485900"/>
            <a:ext cx="10541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>
                <a:solidFill>
                  <a:srgbClr val="798C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待填写 </a:t>
            </a:r>
            <a:r>
              <a:rPr lang="en-US" altLang="zh-CN" sz="1600">
                <a:solidFill>
                  <a:srgbClr val="798C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600">
                <a:solidFill>
                  <a:srgbClr val="798C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复习笔记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7F64613-A836-5BB1-483A-BB276E33C45A}"/>
              </a:ext>
            </a:extLst>
          </p:cNvPr>
          <p:cNvSpPr txBox="1"/>
          <p:nvPr/>
        </p:nvSpPr>
        <p:spPr>
          <a:xfrm>
            <a:off x="736600" y="2349500"/>
            <a:ext cx="10541000" cy="186204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核心概念：</a:t>
            </a:r>
          </a:p>
          <a:p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工作流程 </a:t>
            </a:r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公式 </a:t>
            </a:r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示意图：</a:t>
            </a:r>
          </a:p>
          <a:p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一个具体例子：</a:t>
            </a:r>
          </a:p>
          <a:p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4.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适用条件与局限：</a:t>
            </a:r>
          </a:p>
          <a:p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5.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下一次要复习的问题：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26BF134-60C5-1EA2-41F8-7A8D3C662A7D}"/>
              </a:ext>
            </a:extLst>
          </p:cNvPr>
          <p:cNvSpPr txBox="1"/>
          <p:nvPr/>
        </p:nvSpPr>
        <p:spPr>
          <a:xfrm>
            <a:off x="736600" y="6223000"/>
            <a:ext cx="10541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学习本 </a:t>
            </a:r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学习模板    </a:t>
            </a:r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/ 3</a:t>
            </a:r>
            <a:endParaRPr lang="zh-CN" altLang="en-US" sz="1100">
              <a:solidFill>
                <a:srgbClr val="82917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918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</Words>
  <Application>Microsoft Office PowerPoint</Application>
  <PresentationFormat>自定义</PresentationFormat>
  <Paragraphs>18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Cheng Cheng</dc:creator>
  <cp:lastModifiedBy>Cheng Cheng</cp:lastModifiedBy>
  <cp:revision>1</cp:revision>
  <dcterms:created xsi:type="dcterms:W3CDTF">2026-10-20T10:46:59Z</dcterms:created>
  <dcterms:modified xsi:type="dcterms:W3CDTF">2026-10-20T10:46:59Z</dcterms:modified>
</cp:coreProperties>
</file>
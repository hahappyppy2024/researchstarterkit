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A27635-5C1C-1816-A1B4-2002C4245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FDC7DC-0700-B9C8-7B5B-BBFE71D00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623EF-A180-D8AF-D58B-9C6F63FFC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BC468E-1849-0B80-DB9B-91844D4F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81C662-6561-470B-E21F-E43ED3B1A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100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841E64-57E3-1472-0058-2DEF0B758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C1E621-3CE5-F690-D716-0C4CDEBB3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BA2151-7D93-E272-C976-35310A090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22683-4FA7-340F-D378-75C18B5D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F9C5F8-4EBA-78A4-3334-32301CC8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490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BB70B-1107-ECB3-89BD-2110526ED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FE36FA-2A65-D9D5-6A80-67BFF67DC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B20FDC-D4F1-F4D9-C9C3-6A2446D72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88FD1A-7143-A430-2974-63F6DBD29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D58DA8-1027-03DB-9BD4-3873899D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85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E3A11C-70C5-6236-B775-2ABBB1727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A545E7-2598-FF75-18D5-5FF648FA7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27A6CF9-72C7-137C-5F1A-E57B12FB4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436663-2B12-2429-1346-8C5412548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0993AC-4F2B-AA4A-0DC2-C30616707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F733F6-D1BC-6661-19B7-D66C7EF3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609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B3E58-7D8D-C0F2-EDC4-A91BEA121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BF6F21-0670-556B-6D43-302A31153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84E13C-0552-25C8-69AE-6CE2EB707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2F564C6-9A48-1FC9-05C7-E82657B57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83D8B25-06C3-1446-BEBB-24FFE63BC8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C608CD-98D8-EFCE-CD4F-68D146B7A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1516C63-4842-C27D-5433-7D7A79544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F51B4D-72FF-93F0-898B-5FA5DD28E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18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C02163-A040-2A21-530C-2F18B8F80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F2CC775-0049-E92C-8F22-26D84E1A0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35A4170-7D19-FFDE-679A-FC909107C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1764370-BDC3-499A-44EF-CB2FD8647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847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229EA3-9FDF-282A-1F42-5B76D7823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272BE6-6EA9-2AE6-8D3A-6D9FDEAB8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9D8980-6079-C766-DFF1-EF7DC0FD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529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E55EA-CD61-E2A7-AFE5-C5CF2569C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173C7-B47C-6DAF-5067-6D9C6B470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65D871-10AB-F269-398F-0827223885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A7FFAC-CE51-AC0D-098B-6C8DD65F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A7EEDA-4673-291D-F01E-AA0198B7C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71F62A-35A6-C388-2804-E15BD142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01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58183-FE44-AAB6-822E-DD4C3C84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353D823-125F-89DF-3AA4-5BF8D6E6E49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15B73B-8517-FAFA-534F-463337151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AA9BE4-1829-11DC-DB78-B29FE9454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1CC0BA-1CEF-E67E-5932-86AE7A4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081F67-A677-741C-2BEB-14478D551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25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85FB0-2137-C8CA-88FA-121A86449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7CA52C-58A7-E4B3-14FC-E293E2522F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9E27C7-C88F-FD16-F237-6A031EAB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E7BEFB-3C34-0F16-19F0-77DA0939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CEE0F5-A52D-389E-BE9D-0510EAEB3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800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01416F-6F5A-4E92-94C6-8616F4B38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2714FD-2472-0C4C-0781-E61DA58EE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8FBA1A-992E-6A2A-5FE4-3032858F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DC1FC8-A20F-1AEA-E424-4DE5F2234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5F0FE5-0D15-AC3D-2080-6B92B6131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178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2D6BB3-1C28-BE22-352C-DC7FAE5B1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76A04D-90C5-72DF-EDCD-41163D98F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438A3F-9B91-D998-D492-6CF18A787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6FD81F-CF00-4768-8414-A89E1F67DD3F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844420-79EF-1AF1-61AC-B1ECA4675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0791ED-A370-CA4B-6AC4-02D3A6CE1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C264F-111C-4256-B614-076139919C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619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EFBA697-F0EC-1A3F-EE7B-CB4B8909A0BC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523A62-486C-1BA4-3F5A-37B03E868F1C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模型训练与优化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E62D126-49D9-250A-7A39-7C26E1F98612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Training &amp; Optimization</a:t>
            </a:r>
            <a:endParaRPr lang="zh-CN" altLang="en-US" sz="1600">
              <a:solidFill>
                <a:srgbClr val="798C6C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3C6C64-080C-C526-1B3D-C4D97B32FAC9}"/>
              </a:ext>
            </a:extLst>
          </p:cNvPr>
          <p:cNvSpPr txBox="1"/>
          <p:nvPr/>
        </p:nvSpPr>
        <p:spPr>
          <a:xfrm>
            <a:off x="736600" y="2349500"/>
            <a:ext cx="10541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反向传播、损失函数、正则化</a:t>
            </a:r>
          </a:p>
          <a:p>
            <a:endParaRPr lang="zh-CN" altLang="en-US" sz="2300">
              <a:solidFill>
                <a:srgbClr val="33483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学习目标：用自己的话解释概念，并能回答本模块的问题。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3075F39-D494-C512-012C-4B95A8A4587E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8175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870E9AA-5B49-EBC8-EDB7-80D3D6AAD0E2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2D93883-9EB5-1324-9D97-2D5FDC10C12D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面试问题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8FECB9-6850-4628-6661-E941ECEF44DD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先尝试口述，再补充答案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BE77B99-C79C-626C-DF8A-1ECBDBEA40FA}"/>
              </a:ext>
            </a:extLst>
          </p:cNvPr>
          <p:cNvSpPr txBox="1"/>
          <p:nvPr/>
        </p:nvSpPr>
        <p:spPr>
          <a:xfrm>
            <a:off x="736600" y="2349500"/>
            <a:ext cx="10541000" cy="80021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梯度消失与梯度爆炸如何排查？
训练集好但验证集差怎么办？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2BB23D-DFC0-CC49-E65F-E04252E71DF7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5130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D2A123-0490-B8EA-0A29-9DC9D549F376}"/>
              </a:ext>
            </a:extLst>
          </p:cNvPr>
          <p:cNvSpPr/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28594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0B6E8B-4D9B-509D-496A-C2914EAA672D}"/>
              </a:ext>
            </a:extLst>
          </p:cNvPr>
          <p:cNvSpPr txBox="1"/>
          <p:nvPr/>
        </p:nvSpPr>
        <p:spPr>
          <a:xfrm>
            <a:off x="698500" y="609600"/>
            <a:ext cx="10795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3200">
                <a:solidFill>
                  <a:srgbClr val="28594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我的理解与练习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F0D76C-C102-F8B3-154C-6E30F4345845}"/>
              </a:ext>
            </a:extLst>
          </p:cNvPr>
          <p:cNvSpPr txBox="1"/>
          <p:nvPr/>
        </p:nvSpPr>
        <p:spPr>
          <a:xfrm>
            <a:off x="736600" y="1485900"/>
            <a:ext cx="10541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待填写 </a:t>
            </a:r>
            <a:r>
              <a:rPr lang="en-US" altLang="zh-CN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600">
                <a:solidFill>
                  <a:srgbClr val="798C6C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复习笔记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D6ACAC-8D93-AC05-B1B0-BDFD268F4B25}"/>
              </a:ext>
            </a:extLst>
          </p:cNvPr>
          <p:cNvSpPr txBox="1"/>
          <p:nvPr/>
        </p:nvSpPr>
        <p:spPr>
          <a:xfrm>
            <a:off x="736600" y="2349500"/>
            <a:ext cx="10541000" cy="186204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核心概念：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工作流程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公式 </a:t>
            </a:r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示意图：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一个具体例子：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适用条件与局限：</a:t>
            </a:r>
          </a:p>
          <a:p>
            <a:r>
              <a:rPr lang="en-US" altLang="zh-CN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5. </a:t>
            </a:r>
            <a:r>
              <a:rPr lang="zh-CN" altLang="en-US" sz="2300">
                <a:solidFill>
                  <a:srgbClr val="33483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下一次要复习的问题：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A834326-BD7F-9695-885A-F31E7F64899E}"/>
              </a:ext>
            </a:extLst>
          </p:cNvPr>
          <p:cNvSpPr txBox="1"/>
          <p:nvPr/>
        </p:nvSpPr>
        <p:spPr>
          <a:xfrm>
            <a:off x="736600" y="6223000"/>
            <a:ext cx="10541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学习本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· </a:t>
            </a:r>
            <a:r>
              <a:rPr lang="zh-CN" altLang="en-US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学习模板    </a:t>
            </a:r>
            <a:r>
              <a:rPr lang="en-US" altLang="zh-CN" sz="1100">
                <a:solidFill>
                  <a:srgbClr val="82917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/ 3</a:t>
            </a:r>
            <a:endParaRPr lang="zh-CN" altLang="en-US" sz="1100">
              <a:solidFill>
                <a:srgbClr val="82917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2663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自定义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Cheng</dc:creator>
  <cp:lastModifiedBy>Cheng Cheng</cp:lastModifiedBy>
  <cp:revision>1</cp:revision>
  <dcterms:created xsi:type="dcterms:W3CDTF">2026-10-20T10:46:58Z</dcterms:created>
  <dcterms:modified xsi:type="dcterms:W3CDTF">2026-10-20T10:46:58Z</dcterms:modified>
</cp:coreProperties>
</file>
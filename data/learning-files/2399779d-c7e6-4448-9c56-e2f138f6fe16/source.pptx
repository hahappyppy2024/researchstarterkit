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05350-8C4D-84C1-99D4-77F12214F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5D5799-C4B1-4FF1-A3C4-2F1D032A9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4FC689-A27B-931B-D39F-EB501D23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0789CB-4FFE-8C45-6FAB-F7A11271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36D379-657B-0A6B-6968-00D06A414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49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78A85-F145-24B4-5F4A-D7C0B2DC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1BED12-5D10-E5E4-94D6-E6FEEDB13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23FAEB-0ED1-334B-AC20-B8EFB8C5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C7768-4C9D-FE8D-46D6-426A6E2B7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09B5A-6C3E-A293-4A74-A4FF2F58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51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4A008-4691-B549-A335-EDA52ACF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FC9F2A-E2C1-E74F-A8F4-CA5CCA7BE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5E34C6-8B98-1CEA-1F32-8FFDE9B6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437001-2499-C88C-5F5C-2E5561DA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E562D-EFA8-4643-8A75-DF70F56B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065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B44C9-79C5-9C4D-F37C-2ED0F72A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47DFF-A132-B63E-F618-AB2D4B12E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B526FE-077D-7A8B-51F7-414C7AE9E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6D5490-42B4-6B25-691D-97024612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C4E909-A6D9-93B6-A785-4BAF977A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7CB41D-D6AD-0DB0-81D1-7235FE8B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69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A8ED7-0B6C-9CEB-4635-51D08804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4B9EC4-4663-2DB0-5B51-E13D95885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1220A0-8980-53E5-0E82-81933CE05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5705B6-5331-D563-3AA1-D4533A5D1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A60394-D296-FC53-3D71-921B38942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547660-D3C3-02CE-BFD1-B7E17500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A2871C-BF14-B823-8E92-814BEC31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6F64830-D1FE-7517-A2E0-39E63DEF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69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B21B9-BE2E-2F3F-9462-602A5030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34104B-7505-0C7F-A99E-3B79D90F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946317-4526-25AC-E054-29131419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768DB2-4AF1-11ED-A476-10957028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38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0B2DCA-83BE-7799-2143-E7812493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F0BE9-086C-E0E6-D43A-7EAE8731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CD9C32-F2D1-21D5-A35E-9A867897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91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ACD5C-6D0E-5FAC-D287-BF9B2249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0CAAD-CB95-76DE-E796-1F0688D0C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ADF507-B4CB-7CC6-142A-84FF4F47A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5D133E-D1C7-F9F3-212B-756AA140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8BBA5C-5C2A-BF68-D6FE-C71257B9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B82011-38F6-0F41-FE6E-FD1F9428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332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3036-7263-3AD6-4CAE-BD414625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54BFFE-9B1E-AEA3-D6C3-53DE874EBCB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C5BDA6-8BF8-A11E-921A-67A44E533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F5CFE9-CCB4-F3A7-8DBA-88B64BC1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4A75A9-28B6-09A6-A587-CB048F6C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1C64B7-B4AC-8C5C-2620-608BFE36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70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48E3F-3627-8287-B3EA-35A3519E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BEBAA6-E585-F0B0-F7B9-8285B90D5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0B48D-D35B-019C-5B62-02587570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161E9-EBB0-F9A5-2DFA-641E6531E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FE2CD-506A-D64F-2F37-16F463DC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56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BD016B-AF98-AC6F-7C91-C58358F75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567DE-4BD5-717A-9816-79D1D383D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F7D2D0-006F-F6B7-3CA2-0529ECA0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5E5A18-83F3-0044-2E3C-11494E68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E9BC7D-E183-A090-3036-0CB54930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97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742326-FF38-D89B-441B-9FC4FAF4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661325-A8D8-27D3-D23A-648C96275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1F1EF1-47F0-1E64-74BF-9F45A8CDF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F93AA-F13B-48DA-B896-E63E1C251104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9F93CB-C923-47A6-098B-1344CD307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E74D68-E969-6AF9-695C-1956A6E8C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DA4D4-909D-4743-9938-67B2D3E73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4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893C87-7515-BB42-1163-B13C41FC47C6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032619-99C0-E7FD-FF67-50EA36E028A4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检索增强生成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80FFFE-A993-A8D6-FE83-D5460175EAA3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</a:t>
            </a:r>
            <a:endParaRPr lang="zh-CN" altLang="en-US" sz="1600">
              <a:solidFill>
                <a:srgbClr val="798C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610CF9-3B8E-F624-2D1A-26258C81253C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分块、检索、重排序、生成</a:t>
            </a:r>
          </a:p>
          <a:p>
            <a:endParaRPr lang="zh-CN" altLang="en-US" sz="2300">
              <a:solidFill>
                <a:srgbClr val="33483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学习目标：用自己的话解释概念，并能回答本模块的问题。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1AF8D8-077D-872B-C8E6-7AA5D5E4D11A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157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386B8B-199B-F0A1-FB56-1741CAE59A7B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2A01C3-DABA-205E-3479-6ECCBE50ED9B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235FA9-1D84-2850-EA64-92E6E2F97ECB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先尝试口述，再补充答案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C16E01-EFF2-F531-F0E5-50B3EEA3C781}"/>
              </a:ext>
            </a:extLst>
          </p:cNvPr>
          <p:cNvSpPr txBox="1"/>
          <p:nvPr/>
        </p:nvSpPr>
        <p:spPr>
          <a:xfrm>
            <a:off x="736600" y="2349500"/>
            <a:ext cx="10541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如何定位检索错误和生成错误？
怎样选择分块大小？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B7CA92-739E-25B1-37B6-C881EEC13881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601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0EE1A3-C786-6305-63AA-4E984B0700D6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0B374B-7D12-2F82-0576-85EEC40C4012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我的理解与练习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1176EC-AD0F-14E5-7EC0-E8C0C0B4858D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 </a:t>
            </a:r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复习笔记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38A2C5-AC61-545F-D4BB-C5E24371BEEC}"/>
              </a:ext>
            </a:extLst>
          </p:cNvPr>
          <p:cNvSpPr txBox="1"/>
          <p:nvPr/>
        </p:nvSpPr>
        <p:spPr>
          <a:xfrm>
            <a:off x="736600" y="2349500"/>
            <a:ext cx="10541000" cy="18620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核心概念：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工作流程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示意图：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一个具体例子：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适用条件与局限：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下一次要复习的问题：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0D0C20-C874-CDC7-48D3-681FA7082E5C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9791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Cheng</dc:creator>
  <cp:lastModifiedBy>Cheng Cheng</cp:lastModifiedBy>
  <cp:revision>1</cp:revision>
  <dcterms:created xsi:type="dcterms:W3CDTF">2026-10-20T10:46:59Z</dcterms:created>
  <dcterms:modified xsi:type="dcterms:W3CDTF">2026-10-20T10:46:59Z</dcterms:modified>
</cp:coreProperties>
</file>
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34835-7F87-BF97-4C54-2E9C921D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4CC0B9-ECD4-9B82-25D3-2CA343652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C8D0E-8B58-AD23-8382-BB78191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C67F1-D488-0AEE-DA62-B198F6D8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71495-50BC-ED01-196F-4FCD6B5F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95FDD-819E-C0CA-5CD7-66360B94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76EC4-C7B8-A4C7-C4A5-01E27B03D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8E881-53AC-7E51-10DA-1B0DDD0F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D2647-27EA-E894-CEE2-D27DBE67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AE5348-167B-355F-E2FE-8E1A4C51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36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95FDF-6315-3C6E-08E5-1D736331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4A62B-33CA-A9A3-E331-19D538360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0685D-1385-2619-9104-84F3FE82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B4F3C-9896-3BE7-DEEB-E5924D50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791B3-AC64-C3BF-64BB-42E52744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22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54B88-EF51-8D5E-C1B6-91FDE69B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95BD8-C33A-1002-1C77-21262C274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A5D932-7BF1-4C17-F25E-5E753AA5F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B82B84-E00C-59EA-1377-ABE4E9E1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1AA6C1-013D-ADB5-A576-CCE1E589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8EC308-8090-A5B4-420A-B3A22903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80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D0765-E68D-D1C1-AE82-147D417D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2146E-2C2F-3EDB-381A-A06B185B4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D70EB6-DF94-03FB-41E9-DE4260CAC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BBCCEF-9C4F-DB35-D9BD-E2F915B66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372F98-83C6-27B3-28A9-948D7CD55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1BCB03-73CB-3157-374A-8171431D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9CF35D-1A8A-3B48-32C9-251AA361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6D5A43-F0A8-8080-571C-E450B09D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00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1C464-9607-CF3D-AE40-A7161E95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5195E6-4088-D3DF-7B0F-53380264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5FE28A-21FA-88C0-F1A0-6C2BB64A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EA7BB8-4BA7-5B43-B498-B2858D0B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318D78-7326-F4CF-EDA3-4C0012A5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131D9-21F9-5276-A2CD-F1EDEC9F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2CDB3-1D56-531B-3E6B-A4D8B0BB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68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ECA78-57B0-1090-A26C-753207DA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D529F2-EBAC-8A34-5F85-F071F8A8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C5551-7CB8-1D56-F183-164C00A4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A8013-7341-AA32-0FA6-4E06FDB0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97E1AC-8FF4-096F-044C-1FEF9083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42C41E-4A6B-7675-D40B-899137BF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23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E3124-C9A2-A559-EF7D-553AEAF7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966493-EDBB-8C8A-F794-E982A063AA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F5961-B983-7E96-E13A-990C410D1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C529E9-BD40-5BA6-6DEF-E84B403D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70388D-52EC-EC80-B658-CA57D0C5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C32FAF-B944-63DA-CD82-ECBE6851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60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F3084-8F80-57FA-4E2F-6F2EEFCB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58E2E8-39F8-3369-2E3C-F8285A9A2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6F73C-78BE-0C75-F26F-3F6375BF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97972-7173-52DA-A305-D99A669A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E5144-F93D-D349-7093-3222D4CC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96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37D09D-A461-74E8-BF1C-530D1C9C9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160509-09F7-0A6B-4E0A-15C6A5FB2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9BE53-6204-2964-7E0B-85BBFE99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A5E2B2-0381-AF2D-DD89-AFD66152B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BC65B-F86A-646E-12ED-70F51490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78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78BBC0-E36E-ED60-C2CB-455213CF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03143-67D7-D08A-F092-3EE8635B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D24BE-39B5-31A8-08A7-323BAD370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92243-9F57-4383-AF83-20DCE882CF5B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09805-5605-AAC3-5E35-3A292FC4C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BA9B7-25C6-15E1-2377-4BC6E1742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49A9E-8F2E-4EAD-AB25-EC0C715CC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5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FA1083-9D9B-0F59-D320-5EBD08CBF0DA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B76F0-51DD-4991-A9E5-ED1A9A903EC1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 xmlns:a="http://schemas.openxmlformats.org/drawingml/2006/main"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 xml:space="preserve">网页编辑验证 · CNN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2A0D0B-9E54-BD94-B87E-015F6F5387D5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CNN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1022A9-1D4A-CCE4-007E-CAB16DF039CE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卷积、感受野、特征提取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8BD3E1-AC7D-4038-4F5B-1B2ADCECB5C9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912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0C3F0F-6AF0-1BF9-3240-54109980DE2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A61C36-A871-2402-3B29-874F926D6C4B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DA59EB-39A3-4C5D-701A-CB9DD0382C35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46E000-C2B0-FCA9-FB22-775BDD85B59C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卷积层如何计算输出尺寸？
参数共享解决什么问题？
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1×1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卷积有什么作用？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B8AA46-2348-E05C-346E-812F97FA6364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717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C4AE3F-C1F6-07BD-B710-EE1B4AA72CED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4C1EC-6414-BA8A-A19E-4451F2729F6F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C7DD84-0684-F8DD-F61B-8B9A1F8A7988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663022-BF34-7C11-C22D-386193CBAF35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1367E7-627A-4DD4-EBDB-F7B125BAB0F1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3691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2026-10-20T10:46:56Z</dcterms:created>
  <dcterms:modified xsi:type="dcterms:W3CDTF">2026-10-20T10:46:56Z</dcterms:modified>
</cp:coreProperties>
</file>
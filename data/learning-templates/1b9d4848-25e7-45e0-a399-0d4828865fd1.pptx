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B2120F-D112-6A59-504F-D1374D9D9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FB23E1-94F0-BC2A-DDD8-B107D5949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A4F5A1-071F-8B7C-2494-8AD134A61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81FB-6427-43A9-9B36-B63C0F03545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14E859-C6FD-8909-55B9-473CF9277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A219E4-A81D-8980-F2B4-60021AB53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59C3-5C40-4BDA-BF2B-4AC61EAD2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080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C9C64-6440-C2DF-8AA0-0DBAC215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2D0CAC-AC01-4EC9-A06E-3609F0540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F6B980-A4F0-60CF-D7AA-201C3C5C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81FB-6427-43A9-9B36-B63C0F03545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CE3A75-8D6C-CB20-88AD-228CD3AC9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B69167-72D5-1AB8-E55B-E8A0A3FA3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59C3-5C40-4BDA-BF2B-4AC61EAD2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233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06BE87-A30E-95AF-3780-4723C5B82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EB4D2E-BCD2-1ED1-CCFB-834E1F099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2CF228-E624-2A1D-D2B5-091B16E50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81FB-6427-43A9-9B36-B63C0F03545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94AA1F-EDE8-CA06-333B-B317BA09A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6A62D2-F699-1DD8-505D-FC02C09D2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59C3-5C40-4BDA-BF2B-4AC61EAD2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324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4A94B4-C2C3-3777-ACF1-D7A9CBBCD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F6D717-B1B0-8961-0AE8-2D8EBE0EC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4F1896-835A-1773-394E-73A47ED03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996C05-EA97-8144-3101-477743AC7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81FB-6427-43A9-9B36-B63C0F03545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B249AC-C0DD-18DC-E538-49E094F87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7832AD-C675-C0B9-35D3-DD4EAAB18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59C3-5C40-4BDA-BF2B-4AC61EAD2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874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9D9BBE-BF7F-552C-A5AE-AB3C5757C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0D963D-6577-F27C-1D8C-9E2BAF91B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74BC62-2B80-C0EF-0FA6-AF9881C1F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7F293F-F425-A0F3-61AC-CEAE44DFDF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2C23FD-90C1-8CAE-BEB3-E542BA972E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AB5621-B66E-AB71-CA44-D0B74215C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81FB-6427-43A9-9B36-B63C0F03545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DC155AF-FDCE-E404-57D2-FEE0E335B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ABCBD13-191C-D445-F5DE-AEFA2CB7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59C3-5C40-4BDA-BF2B-4AC61EAD2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028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3DA540-38FB-3E0B-7B34-CC69B4ACB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1E88440-188D-440B-4155-3CF191C4D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81FB-6427-43A9-9B36-B63C0F03545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C1E5F9E-4EEA-49C3-B6D0-A22F78603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6C9A9A-FA8E-23C8-B138-5374E936D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59C3-5C40-4BDA-BF2B-4AC61EAD2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77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823A938-FF8D-1643-92AF-FFC3370D4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81FB-6427-43A9-9B36-B63C0F03545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BB81673-962F-EA6D-2685-ADEF6BAAD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80D778-5F45-64CD-83F8-D0E7BEBF5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59C3-5C40-4BDA-BF2B-4AC61EAD2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362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B44303-066A-D23D-3F06-2EFC47C7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4B42F1-FFF6-5FF8-7DB3-C1E8FAE74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F2548F-9401-7D16-D69F-7A41A7B86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DE6208-7844-8754-0EC8-62AEE6753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81FB-6427-43A9-9B36-B63C0F03545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860BFF-68B7-6342-92BB-7524CDF2E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D3A831-DF6F-C2AE-DFDA-1E244F7AF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59C3-5C40-4BDA-BF2B-4AC61EAD2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17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DA8264-8154-7EB2-7025-E0EAFB154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E254886-5224-0654-131B-228A33FEB31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377FF7-BFFF-1B93-5307-8A40939D1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13FEAD-E59A-7820-59FE-FD26CF0B8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81FB-6427-43A9-9B36-B63C0F03545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266DCB-1F36-78E4-8D3C-7B232E657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CD1822-4C09-2DF0-DB87-FA2A676BF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59C3-5C40-4BDA-BF2B-4AC61EAD2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23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6C227C-35FF-7AEE-C22A-239722CE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B3DC26-951F-0699-2712-E90DB685B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B52CEE-4CB4-FB16-564C-AA2FBDC8D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81FB-6427-43A9-9B36-B63C0F03545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7DE047-67BB-D978-5C83-3AD3F133E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F6166B-DC3F-97E0-B27D-BE7A108CA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59C3-5C40-4BDA-BF2B-4AC61EAD2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857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66B8FE-308F-A5F1-8F8D-619552AB62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E91D43-2BBC-F870-CF88-3C8F0D1BE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336A6C-EAA9-3B17-03D5-2BBA2A858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81FB-6427-43A9-9B36-B63C0F03545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649CE3-0ECE-991F-5A73-3E7CFE73F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5EA4B9-0722-3206-DBE2-449BCB4BA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59C3-5C40-4BDA-BF2B-4AC61EAD2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51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1E44D9-404F-F639-7A23-D0F35DB5D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7CB02F-2D93-8B84-27DB-3CEE8895F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46349C-2843-D7DC-3784-9BCA0A935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381FB-6427-43A9-9B36-B63C0F03545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B1A995-1FE2-4CB4-4C3B-AFB91FCE01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C19EEE-24B5-5E8B-33B4-F95B64E68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C59C3-5C40-4BDA-BF2B-4AC61EAD2E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708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A560203-04BD-A42F-7537-E147B2B64CA9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047EA7-8C32-D0AC-CF08-C25D625B7FE9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注意力机制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71A562-620F-2216-9BF6-CC2DB7EA7754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Attention</a:t>
            </a:r>
            <a:endParaRPr lang="zh-CN" altLang="en-US" sz="1600">
              <a:solidFill>
                <a:srgbClr val="798C6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7271C2-489F-BC6D-00EB-F255CBD480D7}"/>
              </a:ext>
            </a:extLst>
          </p:cNvPr>
          <p:cNvSpPr txBox="1"/>
          <p:nvPr/>
        </p:nvSpPr>
        <p:spPr>
          <a:xfrm>
            <a:off x="736600" y="2349500"/>
            <a:ext cx="10541000" cy="115416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 / K / V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、注意力权重、多头机制</a:t>
            </a:r>
          </a:p>
          <a:p>
            <a:endParaRPr lang="zh-CN" altLang="en-US" sz="2300">
              <a:solidFill>
                <a:srgbClr val="33483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学习目标：用自己的话解释概念，并能回答本模块的问题。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D50919-6200-6E0C-DE3C-D51618741159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6751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1F7718B-9C6B-455D-1064-BA824C6B5CFF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B9251C-365F-265D-F73B-130C99873BAF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面试问题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14A68B-3B07-6E86-6C2E-CAEDD24EF37E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先尝试口述，再补充答案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B7E45C-6843-3CDB-BCAC-77E0C210F8F3}"/>
              </a:ext>
            </a:extLst>
          </p:cNvPr>
          <p:cNvSpPr txBox="1"/>
          <p:nvPr/>
        </p:nvSpPr>
        <p:spPr>
          <a:xfrm>
            <a:off x="736600" y="2349500"/>
            <a:ext cx="10541000" cy="115416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分别表示什么？
为什么要除以 √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dₖ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？
多头注意力与单头有什么区别？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126B9F-55DA-5170-253E-B791A16A4682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0261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CEEFB7-68DE-015C-898A-9F56045A40AC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90AFC6-179B-F67A-30A2-80E906E6660D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我的理解与练习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938793-A8D9-D3FB-1E5C-9C56932B7259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待填写 </a:t>
            </a:r>
            <a:r>
              <a:rPr lang="en-US" altLang="zh-CN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复习笔记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304912-C900-1A16-7E2E-D9E7F06FA117}"/>
              </a:ext>
            </a:extLst>
          </p:cNvPr>
          <p:cNvSpPr txBox="1"/>
          <p:nvPr/>
        </p:nvSpPr>
        <p:spPr>
          <a:xfrm>
            <a:off x="736600" y="2349500"/>
            <a:ext cx="10541000" cy="18620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核心概念：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工作流程 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公式 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示意图：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一个具体例子：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适用条件与局限：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下一次要复习的问题：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ED7DEA-8A12-110A-838F-BA4F57C22748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3162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</Words>
  <Application>Microsoft Office PowerPoint</Application>
  <PresentationFormat>自定义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 Cheng</dc:creator>
  <cp:lastModifiedBy>Cheng Cheng</cp:lastModifiedBy>
  <cp:revision>1</cp:revision>
  <dcterms:created xsi:type="dcterms:W3CDTF">2026-10-20T10:46:57Z</dcterms:created>
  <dcterms:modified xsi:type="dcterms:W3CDTF">2026-10-20T10:46:57Z</dcterms:modified>
</cp:coreProperties>
</file>
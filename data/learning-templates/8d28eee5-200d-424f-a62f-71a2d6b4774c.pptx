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719A6-465C-1B9E-766E-B583AEE35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7F265B-09E4-B72C-305D-8E70825E1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0D3850-8B7B-038B-F446-22AF54D6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08B6A-E95B-8169-3528-963C28AF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8F47E5-26F3-3D66-3A9B-68E1390F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85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D9A41-D134-5566-0A98-A0AA75C5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93C178-E818-DF17-B8DA-9F793A8FB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1346C8-BB2A-20D3-25DA-8CB8C61B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C7EEA-4772-2752-3C06-4A5FCF51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36F91-85A3-EE46-5C11-DC348F00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4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13821-6303-CFA4-98C9-460F0681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EF7DE1-60CA-CE64-997A-01C9F4569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4290F-2C77-A282-6C43-42137FEF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4CE8C-A2CD-6FB7-BF78-42F4D861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56463-A87C-7026-1B7B-9517DA30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01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92159-8C89-DFFE-C7F2-9B5BBAB6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8B3EFE-5AC5-AC9D-11EB-75AF7B2E0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A32B28-27B6-CB7B-F77E-165C07246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711B81-904A-FA93-7A95-FDB31818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3503CD-F56B-D97F-A582-7A8971AE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7AA1D-3852-1505-ED2A-D7C1F198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54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61F9E-2565-51BC-1773-FDB5A362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60D1C4-7B88-303B-CF9F-05C5631DC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0007A6-543D-A4DF-757C-28F71148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A588E8-5729-3FB0-B22E-3AEEB724D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1B3345-9ABC-010D-6DB8-FE60BC37C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63FB93-2962-D492-812C-B8F13A98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C095CD-C5C5-7C0C-0BBF-B253DF72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5E47A4-7B14-24ED-8C84-9FB6C3DA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3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DEA02-1A96-CFC6-EE1F-1C98B991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5D813F-66CE-F39E-ED60-FEBA7B33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F6A288-D23A-240F-A690-851AD6CD5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4613EC-3437-845E-B4BF-722DAA9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28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B2DEE-F70A-F2AC-8E23-C1360F43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B3CC19-E6FE-21DF-A309-95CA0563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6AA3F4-63BA-9FA8-C7B0-D15741C7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5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7159B-189D-FD5A-B0A8-EFD1C4A6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1D3DD-3665-4383-2A2A-1807B62BD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8AA833-4D5F-59E5-2C00-4A20B98A0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5C54B4-582E-2F60-4EE8-0FD9574C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157371-6DA4-A635-3869-E162162A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4A1C01-2382-25C7-FFB4-4354D6FC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43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C629E-5D69-7807-9B5A-FB7C5817E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8F31CA-398F-948B-46E7-DC6578D63D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C2AA8C-89E4-061D-4962-91F4923E4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386E70-23F2-04CE-47C2-97907C7E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B4CDF5-6E8D-AE32-6977-3A6F1924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156053-C111-6589-09B2-BDC57BF3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80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5B0B4-D941-8D53-B360-DC5E9E58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27D331-57AB-B52F-850C-25AD4660C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85134-BB93-55A1-1F23-79122A39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F8156-67D3-59C5-533D-1178DC2E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772F-4651-9DA1-294F-F6959DC5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09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44D85-5ADE-E4AD-F349-94904981F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725501-0CD0-7BAF-DBE7-0CED455B6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4B6C3-1AAE-0736-C961-103F508A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3695AE-B365-A927-37DC-325D8F9D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C376C1-2768-96C3-C960-6642EAF7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08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270A45-17C0-6D56-FC64-8DFD21DE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37F2AA-170D-A618-05BE-266B16376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F59BBA-E207-72B8-FD1D-99820701A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2DD58-2976-4BF0-A0D2-22468D01F53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D84B2-4A2C-2950-789E-CB44B1C60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016D61-A47A-BC7C-0805-F047F8970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73005-115A-47DC-98D6-D112B1F7E3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830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1003C0-434C-D746-C0C1-6DF3B047F03E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BA1BA7-2D4F-A7B5-A4DB-78376A692BBE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  <a:endParaRPr lang="zh-CN" altLang="en-US" sz="3200">
              <a:solidFill>
                <a:srgbClr val="2859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AF6565-D0A7-A61E-911D-06C6E05D7D67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82D274-BBE7-C59D-05E1-E4EA93B0A340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位置编码、残差连接、编码器与解码器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6E2597-BFD6-D98C-AFA2-4600BB0DE94E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256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722202-8FD9-D94B-C804-F6EA34D643DA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17D100-7E25-A5F5-54CB-E366DF8EB645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82024C-008A-E01B-2522-93E6A8A73C23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27636E-B8C5-9E33-916D-CF2F1901D0E2}"/>
              </a:ext>
            </a:extLst>
          </p:cNvPr>
          <p:cNvSpPr txBox="1"/>
          <p:nvPr/>
        </p:nvSpPr>
        <p:spPr>
          <a:xfrm>
            <a:off x="736600" y="2349500"/>
            <a:ext cx="10541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为什么需要位置编码？
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Self-Attention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Cross-Attention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有何区别？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61D2EC-E423-BAC7-4F9D-F6E654D6CAD1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65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4A81BE-B1A8-F3F9-EA4A-A74EC4B4913B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52E2AB-0A00-2F14-FAE9-B2B07037C979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F5D6EF-C729-B5A3-0F9E-D34735BE8577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913AC9-2F47-9CAE-4FB2-7F831FC50F34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1798AB-7D80-E965-2236-F60CB25F5204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848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2026-10-20T10:46:57Z</dcterms:created>
  <dcterms:modified xsi:type="dcterms:W3CDTF">2026-10-20T10:46:57Z</dcterms:modified>
</cp:coreProperties>
</file>